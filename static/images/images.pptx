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50" y="2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F3644CF-3FB6-E2D8-1D81-49CD6D86F089}"/>
              </a:ext>
            </a:extLst>
          </p:cNvPr>
          <p:cNvSpPr txBox="1"/>
          <p:nvPr/>
        </p:nvSpPr>
        <p:spPr>
          <a:xfrm>
            <a:off x="2324010" y="4018001"/>
            <a:ext cx="441499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>
                <a:latin typeface="+mn-ea"/>
              </a:rPr>
              <a:t>飞翔</a:t>
            </a:r>
            <a:r>
              <a:rPr lang="en-US" altLang="zh-CN" sz="6600">
                <a:latin typeface="+mn-ea"/>
              </a:rPr>
              <a:t>AI</a:t>
            </a:r>
            <a:r>
              <a:rPr lang="zh-CN" altLang="en-US" sz="6600">
                <a:latin typeface="+mn-ea"/>
              </a:rPr>
              <a:t>问数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EF3B03-C7F4-18A0-A1F6-24C4EE808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64" y="3714839"/>
            <a:ext cx="1428571" cy="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114244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 Tii</dc:creator>
  <cp:lastModifiedBy>Gee Tii</cp:lastModifiedBy>
  <cp:revision>5</cp:revision>
  <dcterms:created xsi:type="dcterms:W3CDTF">2023-08-09T12:44:00Z</dcterms:created>
  <dcterms:modified xsi:type="dcterms:W3CDTF">2026-03-25T14:44:13Z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